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figures are illustrative, not measured local data. The seed deliberately contains an unsupported title.</a:t>
            </a:r>
          </a:p>
          <a:p/>
          <a:p>
            <a:r>
              <a:t>Sources (read29September2026):</a:t>
            </a:r>
          </a:p>
          <a:p>
            <a:r>
              <a:t>S1 What is climate? — https://weather.metoffice.gov.uk/climate/climate-explained/what-is-climate</a:t>
            </a:r>
          </a:p>
          <a:p/>
          <a:p>
            <a:r>
              <a:t>Canonical research: https://williamwklee.atlassian.net/wiki/spaces/DEV/pages/77561914 version5; report text originatedv3</a:t>
            </a:r>
          </a:p>
          <a:p>
            <a:r>
              <a:t>Fictional example. No local trend or forecast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Our80mmSeptembernormal is assumed for illustration. NOAA explains30yearnormals for the U.S.; it does not supply data for this fictional town.</a:t>
            </a:r>
          </a:p>
          <a:p/>
          <a:p>
            <a:r>
              <a:t>Sources (read29September2026):</a:t>
            </a:r>
          </a:p>
          <a:p>
            <a:r>
              <a:t>S1 What is climate? — https://weather.metoffice.gov.uk/climate/climate-explained/what-is-climate</a:t>
            </a:r>
          </a:p>
          <a:p>
            <a:r>
              <a:t>S2 U.S. Climate Normals — https://www.ncei.noaa.gov/products/land-based-station/us-climate-normals</a:t>
            </a:r>
          </a:p>
          <a:p/>
          <a:p>
            <a:r>
              <a:t>Canonical research: https://williamwklee.atlassian.net/wiki/spaces/DEV/pages/77561914 version5; report text originatedv3</a:t>
            </a:r>
          </a:p>
          <a:p>
            <a:r>
              <a:t>Fictional example. No local trend or forecast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separately shows20mmextra and25percentabove. The headline is deliberately inconsistent with it.</a:t>
            </a:r>
          </a:p>
          <a:p/>
          <a:p>
            <a:r>
              <a:t>Sources (read29September2026):</a:t>
            </a:r>
          </a:p>
          <a:p>
            <a:r>
              <a:t>S2 U.S. Climate Normals — https://www.ncei.noaa.gov/products/land-based-station/us-climate-normals</a:t>
            </a:r>
          </a:p>
          <a:p/>
          <a:p>
            <a:r>
              <a:t>Canonical research: https://williamwklee.atlassian.net/wiki/spaces/DEV/pages/77561914 version5; report text originatedv3</a:t>
            </a:r>
          </a:p>
          <a:p>
            <a:r>
              <a:t>Fictional example. No local trend or forecast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monthly anomaly does not establish a trend. Event-specific attribution is possible with appropriate observations,models and multiple evidence lines; no such study was done here.</a:t>
            </a:r>
          </a:p>
          <a:p/>
          <a:p>
            <a:r>
              <a:t>Sources (read29September2026):</a:t>
            </a:r>
          </a:p>
          <a:p>
            <a:r>
              <a:t>S1 What is climate? — https://weather.metoffice.gov.uk/climate/climate-explained/what-is-climate</a:t>
            </a:r>
          </a:p>
          <a:p>
            <a:r>
              <a:t>S3 Why Attribution? — https://psl.noaa.gov/csi/why/</a:t>
            </a:r>
          </a:p>
          <a:p>
            <a:r>
              <a:t>S4 Attributing extreme weather to climate change — https://www.metoffice.gov.uk/research/climate/understanding-climate/attributing-extreme-weather-to-climate-change</a:t>
            </a:r>
          </a:p>
          <a:p/>
          <a:p>
            <a:r>
              <a:t>Canonical research: https://williamwklee.atlassian.net/wiki/spaces/DEV/pages/77561914 version5; report text originatedv3</a:t>
            </a:r>
          </a:p>
          <a:p>
            <a:r>
              <a:t>Fictional example. No local trend or forecast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proposed evidence needs, not work performed in this illustration. Two totals do not establish rarity or whether a month is extreme.</a:t>
            </a:r>
          </a:p>
          <a:p/>
          <a:p>
            <a:r>
              <a:t>Sources (read29September2026):</a:t>
            </a:r>
          </a:p>
          <a:p>
            <a:r>
              <a:t>S1 What is climate? — https://weather.metoffice.gov.uk/climate/climate-explained/what-is-climate</a:t>
            </a:r>
          </a:p>
          <a:p>
            <a:r>
              <a:t>S3 Why Attribution? — https://psl.noaa.gov/csi/why/</a:t>
            </a:r>
          </a:p>
          <a:p/>
          <a:p>
            <a:r>
              <a:t>Canonical research: https://williamwklee.atlassian.net/wiki/spaces/DEV/pages/77561914 version5; report text originatedv3</a:t>
            </a:r>
          </a:p>
          <a:p>
            <a:r>
              <a:t>Fictional example. No local trend or forecast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wording: our fictional month is25percentabove an assumed baseline; it does not by itself prove a wetter climate. This is a teaching presentation, not a forecast or public announcement.</a:t>
            </a:r>
          </a:p>
          <a:p/>
          <a:p>
            <a:r>
              <a:t>Sources (read29September2026):</a:t>
            </a:r>
          </a:p>
          <a:p>
            <a:r>
              <a:t>S1 What is climate? — https://weather.metoffice.gov.uk/climate/climate-explained/what-is-climate</a:t>
            </a:r>
          </a:p>
          <a:p>
            <a:r>
              <a:t>S2 U.S. Climate Normals — https://www.ncei.noaa.gov/products/land-based-station/us-climate-normals</a:t>
            </a:r>
          </a:p>
          <a:p>
            <a:r>
              <a:t>S3 Why Attribution? — https://psl.noaa.gov/csi/why/</a:t>
            </a:r>
          </a:p>
          <a:p>
            <a:r>
              <a:t>S4 Attributing extreme weather to climate change — https://www.metoffice.gov.uk/research/climate/understanding-climate/attributing-extreme-weather-to-climate-change</a:t>
            </a:r>
          </a:p>
          <a:p/>
          <a:p>
            <a:r>
              <a:t>Canonical research: https://williamwklee.atlassian.net/wiki/spaces/DEV/pages/77561914 version5; report text originatedv3</a:t>
            </a:r>
          </a:p>
          <a:p>
            <a:r>
              <a:t>Fictional example. No local trend or forecast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5120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52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132A43"/>
                </a:solidFill>
                <a:latin typeface="Arial"/>
              </a:defRPr>
            </a:pPr>
            <a:r>
              <a:t>One wet month proves a wetter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1848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A short briefing for our community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Fictional Example Town:100mm in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2160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Compared with an assumed80mm September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Sources: S1  |  Full links and speaking notes in the notes 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526273"/>
                </a:solidFill>
                <a:latin typeface="Arial"/>
              </a:defRPr>
            </a:pPr>
            <a:r>
              <a:t>Practical Work Delivery with Multiple AIs  •  Fictional learning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190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5120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52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132A43"/>
                </a:solidFill>
                <a:latin typeface="Arial"/>
              </a:defRPr>
            </a:pPr>
            <a:r>
              <a:t>Compare like with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1848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Use the same calendar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State the baseline period and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2160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Keep assumed inputs separate from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Sources: S1, S2  |  Full links and speaking notes in the notes 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526273"/>
                </a:solidFill>
                <a:latin typeface="Arial"/>
              </a:defRPr>
            </a:pPr>
            <a:r>
              <a:t>Practical Work Delivery with Multiple AIs  •  Fictional learning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190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5120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52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132A43"/>
                </a:solidFill>
                <a:latin typeface="Arial"/>
              </a:defRPr>
            </a:pPr>
            <a:r>
              <a:t>100mm is125% above the baseline</a:t>
            </a:r>
          </a:p>
        </p:txBody>
      </p:sp>
      <p:pic>
        <p:nvPicPr>
          <p:cNvPr id="4" name="Picture 3" descr="rain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554480"/>
            <a:ext cx="10607040" cy="5138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Sources: S2  |  Full links and speaking notes in the notes pane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526273"/>
                </a:solidFill>
                <a:latin typeface="Arial"/>
              </a:defRPr>
            </a:pPr>
            <a:r>
              <a:t>Practical Work Delivery with Multiple AIs  •  Fictional learning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5120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52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132A43"/>
                </a:solidFill>
                <a:latin typeface="Arial"/>
              </a:defRPr>
            </a:pPr>
            <a:r>
              <a:t>Three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1848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Anomaly: how far from the baseline?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Trend: what changes across years?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2160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Attribution: what influenced the event?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Sources: S1, S3, S4  |  Full links and speaking notes in the notes 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526273"/>
                </a:solidFill>
                <a:latin typeface="Arial"/>
              </a:defRPr>
            </a:pPr>
            <a:r>
              <a:t>Practical Work Delivery with Multiple AIs  •  Fictional learning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190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5120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52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132A43"/>
                </a:solidFill>
                <a:latin typeface="Arial"/>
              </a:defRPr>
            </a:pPr>
            <a:r>
              <a:t>What we still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1848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A comparable long local rainfall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Station, instrument and missing-data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2160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Uncertainty and a suitable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Sources: S1, S3  |  Full links and speaking notes in the notes 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526273"/>
                </a:solidFill>
                <a:latin typeface="Arial"/>
              </a:defRPr>
            </a:pPr>
            <a:r>
              <a:t>Practical Work Delivery with Multiple AIs  •  Fictional learning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190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09728" cy="5120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527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132A43"/>
                </a:solidFill>
                <a:latin typeface="Arial"/>
              </a:defRPr>
            </a:pPr>
            <a:r>
              <a:t>Publish the checked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1848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Describe the comparison without inventing a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Keep report, sources and all findings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74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0">
                <a:solidFill>
                  <a:srgbClr val="007F8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2160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0">
                <a:solidFill>
                  <a:srgbClr val="132A43"/>
                </a:solidFill>
                <a:latin typeface="Arial"/>
              </a:defRPr>
            </a:pPr>
            <a:r>
              <a:t>Check the rendered deck matches its editable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Sources: S1, S2, S3, S4  |  Full links and speaking notes in the notes 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526273"/>
                </a:solidFill>
                <a:latin typeface="Arial"/>
              </a:defRPr>
            </a:pPr>
            <a:r>
              <a:t>Practical Work Delivery with Multiple AIs  •  Fictional learning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1908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2627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